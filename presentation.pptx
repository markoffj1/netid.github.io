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fair Display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Playfair Display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Medium-regular.fntdata"/><Relationship Id="rId22" Type="http://schemas.openxmlformats.org/officeDocument/2006/relationships/font" Target="fonts/PlayfairDisplayMedium-italic.fntdata"/><Relationship Id="rId21" Type="http://schemas.openxmlformats.org/officeDocument/2006/relationships/font" Target="fonts/PlayfairDisplay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PlayfairDisplay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PlayfairDisplay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0078182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0078182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b9165b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b9165b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b9165b7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b9165b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b9165b7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b9165b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078182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078182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078182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078182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00781822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00781822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00781822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00781822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078182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0078182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00781822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00781822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0781822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0781822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0078182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0078182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4b9165b7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4b9165b7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onlinedegrees.sandiego.edu/artificial-intelligence-education/" TargetMode="External"/><Relationship Id="rId10" Type="http://schemas.openxmlformats.org/officeDocument/2006/relationships/hyperlink" Target="https://pmc.ncbi.nlm.nih.gov/articles/PMC8455229/" TargetMode="External"/><Relationship Id="rId13" Type="http://schemas.openxmlformats.org/officeDocument/2006/relationships/hyperlink" Target="https://element451.com/blog/benefits-of-ai-in-education" TargetMode="External"/><Relationship Id="rId12" Type="http://schemas.openxmlformats.org/officeDocument/2006/relationships/hyperlink" Target="https://www.unesco.org/en/articles/ai-and-future-education-disruptions-dilemmas-and-directions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linkedin.com/pulse/top-10-artificial-intelligence-technologies/" TargetMode="External"/><Relationship Id="rId4" Type="http://schemas.openxmlformats.org/officeDocument/2006/relationships/hyperlink" Target="https://www.ibm.com/think/topics/artificial-intelligence#:~:text=Artificial%20intelligence%20(AI)%20is%20technology%20that%20enables,can%20understand%20and%20respond%20to%20human%20language" TargetMode="External"/><Relationship Id="rId9" Type="http://schemas.openxmlformats.org/officeDocument/2006/relationships/hyperlink" Target="https://educationaltechnologyjournal.springeropen.com/articles/10.1186/s41239-024-00448-3" TargetMode="External"/><Relationship Id="rId5" Type="http://schemas.openxmlformats.org/officeDocument/2006/relationships/hyperlink" Target="https://www.sciencedirect.com/science/article/pii/S2666920X25000694" TargetMode="External"/><Relationship Id="rId6" Type="http://schemas.openxmlformats.org/officeDocument/2006/relationships/hyperlink" Target="https://www.tandfonline.com/doi/full/10.1080/02602938.2024.2415649" TargetMode="External"/><Relationship Id="rId7" Type="http://schemas.openxmlformats.org/officeDocument/2006/relationships/hyperlink" Target="https://education.illinois.edu/about/news-events/news/article/2024/10/24/ai-in-schools--pros-and-cons" TargetMode="External"/><Relationship Id="rId8" Type="http://schemas.openxmlformats.org/officeDocument/2006/relationships/hyperlink" Target="https://www.sciencedirect.com/science/article/pii/S245195882500108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Impacts of AI in Education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85206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94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Jordan Markoff</a:t>
            </a:r>
            <a:endParaRPr sz="194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94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Professor Kaplun</a:t>
            </a:r>
            <a:endParaRPr sz="194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94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CSIT100_04</a:t>
            </a:r>
            <a:endParaRPr sz="194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94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24 November 2025</a:t>
            </a:r>
            <a:endParaRPr sz="194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125" y="0"/>
            <a:ext cx="3561876" cy="17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1038650" y="515325"/>
            <a:ext cx="23949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is AI?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083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AI, also known as Artificial Intelligence, is classified as the technology that enables computers to simulate human intelligence, allowing them to perform complex tasks like learning,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problem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solving, decision making and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perception.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It’s a field of computer science that develops systems capable of performing tasks that typically require human reasoning, such as understanding language, identifying patterns in data, and acting autonomously.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900" y="0"/>
            <a:ext cx="3103099" cy="169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782000" y="286775"/>
            <a:ext cx="42555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are some current AI technologies?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1693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Some current AI technologies include…</a:t>
            </a:r>
            <a:endParaRPr sz="160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fair Display Medium"/>
              <a:buChar char="-"/>
            </a:pPr>
            <a:r>
              <a:rPr b="1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Natural Language Processing (NLP)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Focuses on enabling computers to understand, interpret, and generate human language through speech recognition, text analytics/sentiment analysis, and machine translation</a:t>
            </a:r>
            <a:endParaRPr sz="160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fair Display Medium"/>
              <a:buChar char="-"/>
            </a:pPr>
            <a:r>
              <a:rPr b="1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A subset of AI that allows systems to learn from data and improve their performance over time without being explicitly programmed</a:t>
            </a:r>
            <a:endParaRPr sz="160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fair Display Medium"/>
              <a:buChar char="-"/>
            </a:pPr>
            <a:r>
              <a:rPr b="1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Generative AI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AI models that can create new, original content, such as text, images, music, and code, based on the data they were trained on</a:t>
            </a:r>
            <a:endParaRPr sz="160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fair Display Medium"/>
              <a:buChar char="-"/>
            </a:pPr>
            <a:r>
              <a:rPr b="1" lang="en" sz="16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Computer Vision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: Allows AI to “see” and interpret visual information, enabling 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applications</a:t>
            </a:r>
            <a:r>
              <a:rPr lang="en" sz="16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like facial recognition, image analysis, and self driving cars</a:t>
            </a:r>
            <a:endParaRPr sz="160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808" y="0"/>
            <a:ext cx="2688393" cy="16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59500" y="252225"/>
            <a:ext cx="4346700" cy="11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Personalized learning &amp; adaptive tools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71900" y="1919075"/>
            <a:ext cx="8222100" cy="30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tailors instruction based on each student’s strengths, 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weaknesses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, and learning pace</a:t>
            </a:r>
            <a:endParaRPr sz="1729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Adaptive platforms adjust difficulty levels instantly to improve understanding</a:t>
            </a:r>
            <a:endParaRPr sz="1729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Students 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receive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customized feedback and 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suggestions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for improvement</a:t>
            </a:r>
            <a:endParaRPr sz="1729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Helps support diverse learners, including those who need </a:t>
            </a: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remediation or enrichment</a:t>
            </a:r>
            <a:endParaRPr sz="1729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729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Increases engagement by offering content that matches individual interests and needs</a:t>
            </a:r>
            <a:endParaRPr sz="1729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450" y="126087"/>
            <a:ext cx="2957556" cy="14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519475" y="278900"/>
            <a:ext cx="4721400" cy="109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AI powered assessment &amp; feedback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Automates grading for quizzes, assignments, and short responses to save teacher time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Provides immediate feedback so students can correct mistakes and learn faster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Identifies patterns in student errors to target specific areas for improvement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Uses analytics to track progress and predict where students may struggle next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Reduces bias in grading by applying consistent evaluation criteria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Allows teachers to focus more on instruction and personalized support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375" y="77063"/>
            <a:ext cx="2085202" cy="149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471900" y="309200"/>
            <a:ext cx="4266600" cy="111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How does AI benefit education?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71900" y="1919075"/>
            <a:ext cx="8222100" cy="29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6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Personalized Learning: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adapts lessons, pacing, and content to each student’s individual needs. Students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receive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immediate guidance to improve their work</a:t>
            </a:r>
            <a:endParaRPr sz="186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86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Increased Accessibility: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Tools like speech to text, translation, and reading support help diverse learners</a:t>
            </a:r>
            <a:endParaRPr sz="186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86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Efficient grading/administrative tasks: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AI reduces teacher workload, giving them more time for instruction</a:t>
            </a:r>
            <a:endParaRPr sz="186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b="1" lang="en" sz="186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Enhanced student engagement: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interactive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platforms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and adaptive 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activities</a:t>
            </a:r>
            <a:r>
              <a:rPr lang="en" sz="186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keep students motivated and involved</a:t>
            </a:r>
            <a:endParaRPr sz="186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825" y="0"/>
            <a:ext cx="3198299" cy="16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642650" y="168925"/>
            <a:ext cx="4704900" cy="14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are some challenges/risks of AI in education?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71900" y="1888975"/>
            <a:ext cx="8222100" cy="30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59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Privacy concerns: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tools collect large amounts of student data, which can be misused or mishandled</a:t>
            </a:r>
            <a:endParaRPr sz="159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59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Algorithm bias: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systems may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unintentionally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reinforce stereotypes or treat groups of students unfairly</a:t>
            </a:r>
            <a:endParaRPr sz="159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59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Equity issues: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Schools with fewer resources may struggle to access reliable AI tools, widening existing differences</a:t>
            </a:r>
            <a:endParaRPr sz="159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59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Overreliance on technology: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students and teachers may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became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too dependent on AI, reducing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critical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thinking and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creativity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skills</a:t>
            </a:r>
            <a:endParaRPr sz="159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en" sz="159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Reduced human connection: </a:t>
            </a:r>
            <a:r>
              <a:rPr lang="en" sz="159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Excessive use of AI could weaken teacher-student relationships</a:t>
            </a:r>
            <a:endParaRPr sz="159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927" y="77601"/>
            <a:ext cx="1896947" cy="15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840750" y="481075"/>
            <a:ext cx="7484400" cy="95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are some impacts of AI on student &amp; academic well being?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0" y="1687650"/>
            <a:ext cx="9008700" cy="33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Pros: </a:t>
            </a:r>
            <a:endParaRPr b="1" sz="1225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Reduces academic stress by offering immediate feedback and extra support when students are confused or uncertain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Improves</a:t>
            </a: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confidence as personalized tools help students learn at their own pace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Supports mental health through wellness check ins, chat based support tools, and early detection of academic struggles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Increases</a:t>
            </a: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accessibility for students with </a:t>
            </a: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disabilities like text to speech, speech to text, translation, and reading support</a:t>
            </a:r>
            <a:endParaRPr b="1" sz="1225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225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Cons:</a:t>
            </a:r>
            <a:endParaRPr b="1" sz="1225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Risk of reduced social connection </a:t>
            </a: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when AI replaces too much human interaction with teachers and peers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Privacy and trust concerns from data collection related to emotions, performance, or behavior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225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Digital fatigue due to increased screen time and reliance on technology</a:t>
            </a:r>
            <a:endParaRPr sz="1225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252200" y="289700"/>
            <a:ext cx="6661500" cy="10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roles do teachers play in the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evolution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 of AI?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Teachers decide when and how AI should be used to support learning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Teachers provide human judgment as they interpret AI generated data and correct errors and or biases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Teachers offer emotional support, encouragement, and relationship building that AI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can't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replace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As AI automates routine tasks, teachers shift towards mentoring, guiding, and supporting deeper learning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1059600" y="365625"/>
            <a:ext cx="7024800" cy="9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What are some ethical concerns with AI?: Privacy, bias, &amp; equity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71900" y="1919075"/>
            <a:ext cx="8222100" cy="29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tools often collect large amounts of student data such as performance, behavior, and even emotions 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Sensitive information can be exposed, shared without consent, or stored insecurely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systems can reflect biases in the data they were trained on, possibly resulting in unfair grading, inaccurate predictions, or unequal recommendations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Schools with fewer resources may not be able to afford high quality AI tools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Unequal access can deepen existing educational differences between richer and poorer districts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93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Students who lack technology at home may fall further behind</a:t>
            </a:r>
            <a:endParaRPr sz="5930"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187700" y="290775"/>
            <a:ext cx="67686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Real world examples &amp; case studies with AI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132750" y="1729975"/>
            <a:ext cx="8878500" cy="32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Duolingo (Language Learning)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Uses AI to adapt lessons to each learner’s skill level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Tracks mistakes to personalize future exercises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Helps millions of students learn language at their own speed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Khan Academy (Khanmigo)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An AI tutoring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assistant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designed to guide students through math, writing, and science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Supports teachers by helping with lesson planning and giving feedback on student work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Used in classrooms to provide individualized help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Google Classroom &amp; AI Features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Offers automated feedback suggestions, grammar support, and writing help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Helps teachers streamline grading and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communication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fair Display Medium"/>
              <a:buChar char="-"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Gives students accessible, AI powered feedback immediately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1027350" y="504850"/>
            <a:ext cx="7089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Future directions for AI in education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Virtual tutors will become more interactive, natural, and capable of supporting complex subjects 24/7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will help with teachers with lesson planning, grading, assessments, and classroom management tools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may detect early signs of stress, disengagement, or confusion to help schools intervene earlier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Expanded support for students with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disabilities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using improved speech, reading, and translation technologies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069750" y="408625"/>
            <a:ext cx="30045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Key takeaways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AI is transforming education by personalizing learning, improving feedback and expanding access to support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Teachers remain essential, guiding ethical use, providing human connection, and ensuring AI supports rather than replaces learning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Benefits are significant, including reduced workload, increased engagement, and more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individualized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instruction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Challenges still exist, such as privacy risks, bias, equity concerns, and 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overdependence</a:t>
            </a:r>
            <a:r>
              <a:rPr lang="en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on technology</a:t>
            </a:r>
            <a:endParaRPr>
              <a:solidFill>
                <a:schemeClr val="dk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347850" y="514150"/>
            <a:ext cx="2448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References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3"/>
              </a:rPr>
              <a:t>https://www.linkedin.com/pulse/top-10-artificial-intelligence-technologies/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4"/>
              </a:rPr>
              <a:t>https://www.ibm.com/think/topics/artificial-intelligence#:~:text=Artificial%20intelligence%20(AI)%20is%20technology%20that%20enables,can%20understand%20and%20respond%20to%20human%20language</a:t>
            </a: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.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5"/>
              </a:rPr>
              <a:t>https://www.sciencedirect.com/science/article/pii/S2666920X25000694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6"/>
              </a:rPr>
              <a:t>https://www.tandfonline.com/doi/full/10.1080/02602938.2024.2415649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7"/>
              </a:rPr>
              <a:t>https://education.illinois.edu/about/news-events/news/article/2024/10/24/ai-in-schools--pros-and-cons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8"/>
              </a:rPr>
              <a:t>https://www.sciencedirect.com/science/article/pii/S2451958825001083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9"/>
              </a:rPr>
              <a:t>https://educationaltechnologyjournal.springeropen.com/articles/10.1186/s41239-024-00448-3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10"/>
              </a:rPr>
              <a:t>https://pmc.ncbi.nlm.nih.gov/articles/PMC8455229/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11"/>
              </a:rPr>
              <a:t>https://onlinedegrees.sandiego.edu/artificial-intelligence-education/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12"/>
              </a:rPr>
              <a:t>https://www.unesco.org/en/articles/ai-and-future-education-disruptions-dilemmas-and-directions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rPr lang="en" u="sng">
                <a:solidFill>
                  <a:schemeClr val="hlink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  <a:hlinkClick r:id="rId13"/>
              </a:rPr>
              <a:t>https://element451.com/blog/benefits-of-ai-in-education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layfair Display Medium"/>
              <a:buChar char="-"/>
            </a:pPr>
            <a:r>
              <a:t/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